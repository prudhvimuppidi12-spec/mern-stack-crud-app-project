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6152"/>
            <a:ext cx="7772400" cy="1470025"/>
          </a:xfrm>
        </p:spPr>
        <p:txBody>
          <a:bodyPr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  <a:latin typeface="Arial Black" pitchFamily="34" charset="0"/>
              </a:rPr>
              <a:t>Online Train Ticket Booking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  <a:latin typeface="Times New Roman" pitchFamily="18" charset="0"/>
                <a:cs typeface="Times New Roman" pitchFamily="18" charset="0"/>
              </a:rPr>
              <a:t>MEN Stack Project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  <a:latin typeface="Times New Roman" pitchFamily="18" charset="0"/>
                <a:cs typeface="Times New Roman" pitchFamily="18" charset="0"/>
              </a:rPr>
              <a:t>Developed </a:t>
            </a:r>
            <a:r>
              <a:rPr dirty="0" smtClean="0">
                <a:solidFill>
                  <a:schemeClr val="bg1">
                    <a:lumMod val="95000"/>
                  </a:schemeClr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endParaRPr lang="en-US" dirty="0" smtClean="0">
              <a:solidFill>
                <a:schemeClr val="bg1">
                  <a:lumMod val="9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solidFill>
                  <a:schemeClr val="bg1">
                    <a:lumMod val="95000"/>
                  </a:schemeClr>
                </a:solidFill>
                <a:latin typeface="Times New Roman" pitchFamily="18" charset="0"/>
                <a:cs typeface="Times New Roman" pitchFamily="18" charset="0"/>
              </a:rPr>
              <a:t>Prudhvi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>
                    <a:lumMod val="95000"/>
                  </a:schemeClr>
                </a:solidFill>
                <a:latin typeface="Times New Roman" pitchFamily="18" charset="0"/>
                <a:cs typeface="Times New Roman" pitchFamily="18" charset="0"/>
              </a:rPr>
              <a:t>Seshu.M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dirty="0">
              <a:solidFill>
                <a:schemeClr val="bg1">
                  <a:lumMod val="9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itchFamily="34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Web-based train ticket booking system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User registration with admin approval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Train management by admin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Real-time seat availability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Booking history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Manual booking is time-consuming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No centralized seat management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Need secure login system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Require real-time booking updates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itchFamily="34" charset="0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Secure user authentication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Admin approval system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Train addition &amp; management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Multiple passenger booking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Maintain booking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itchFamily="34" charset="0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Backend: Node.js, Express.js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Database: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, Mongoose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Frontend: EJS, Bootstrap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Languages: HTML, CSS, JavaScript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itchFamily="34" charset="0"/>
              </a:rPr>
              <a:t>Database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User: name, email, password, approved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Train: name, source, destination,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availableSeats</a:t>
            </a:r>
            <a:endParaRPr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Booking: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userId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trainId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, passengers,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totalPassengers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bookingDate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itchFamily="34" charset="0"/>
              </a:rP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User registers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Admin approves user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User logs in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Select train &amp; enter passengers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Seats updated automatically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Booking stored in database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itchFamily="34" charset="0"/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Admin Panel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Add Train &amp; Approve Users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Dynamic Passenger Form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Seat Availability Check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My Bookings Page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Full CRUD Operations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itchFamily="34" charset="0"/>
              </a:rPr>
              <a:t>Application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Home Page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Register &amp; Login Page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Dashboard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Booking Page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Admin Panel</a:t>
            </a:r>
          </a:p>
          <a:p>
            <a:pPr lvl="1"/>
            <a:r>
              <a:rPr dirty="0">
                <a:latin typeface="Times New Roman" pitchFamily="18" charset="0"/>
                <a:cs typeface="Times New Roman" pitchFamily="18" charset="0"/>
              </a:rPr>
              <a:t>My Bookings Page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Arial Black" pitchFamily="34" charset="0"/>
              </a:rPr>
              <a:t>Conclusion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Full-stack CRUD application developed successfully</a:t>
            </a:r>
          </a:p>
          <a:p>
            <a:pPr lvl="1"/>
            <a:r>
              <a:rPr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Real-time seat management implemented</a:t>
            </a:r>
          </a:p>
          <a:p>
            <a:pPr lvl="1"/>
            <a:r>
              <a:rPr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Future: Payment integration</a:t>
            </a:r>
          </a:p>
          <a:p>
            <a:pPr lvl="1"/>
            <a:r>
              <a:rPr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Add ticket cancellation</a:t>
            </a:r>
          </a:p>
          <a:p>
            <a:pPr lvl="1"/>
            <a:r>
              <a:rPr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Deploy to cloud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208</Words>
  <Application>Microsoft Office PowerPoint</Application>
  <PresentationFormat>On-screen Show (4:3)</PresentationFormat>
  <Paragraphs>57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Online Train Ticket Booking System</vt:lpstr>
      <vt:lpstr>Project Overview</vt:lpstr>
      <vt:lpstr>Problem Statement</vt:lpstr>
      <vt:lpstr>Project Objectives</vt:lpstr>
      <vt:lpstr>Technology Stack</vt:lpstr>
      <vt:lpstr>Database Models</vt:lpstr>
      <vt:lpstr>System Workflow</vt:lpstr>
      <vt:lpstr>Key Features</vt:lpstr>
      <vt:lpstr>Application Screens</vt:lpstr>
      <vt:lpstr>Conclusion &amp; Future Enhancements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Train Ticket Booking System</dc:title>
  <dc:creator>Hp</dc:creator>
  <dc:description>generated using python-pptx</dc:description>
  <cp:lastModifiedBy>Hp</cp:lastModifiedBy>
  <cp:revision>45</cp:revision>
  <dcterms:created xsi:type="dcterms:W3CDTF">2013-01-27T09:14:16Z</dcterms:created>
  <dcterms:modified xsi:type="dcterms:W3CDTF">2026-02-27T11:27:20Z</dcterms:modified>
</cp:coreProperties>
</file>